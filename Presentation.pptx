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F70DCE-D5B3-D6A7-61E2-0533F6106B8F}" v="115" dt="2025-03-12T18:59:01.8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مشروع</a:t>
            </a:r>
            <a:r>
              <a:rPr dirty="0"/>
              <a:t> </a:t>
            </a:r>
            <a:r>
              <a:rPr lang="ar-SA" dirty="0" err="1">
                <a:cs typeface="Calibri"/>
              </a:rPr>
              <a:t>أداة</a:t>
            </a:r>
            <a:r>
              <a:rPr lang="ar-SA" dirty="0">
                <a:cs typeface="Calibri"/>
              </a:rPr>
              <a:t> </a:t>
            </a:r>
            <a:r>
              <a:rPr lang="ar-SA" dirty="0" err="1">
                <a:cs typeface="Calibri"/>
              </a:rPr>
              <a:t>واير</a:t>
            </a:r>
            <a:r>
              <a:rPr lang="ar-SA">
                <a:cs typeface="Calibri"/>
              </a:rPr>
              <a:t> شارك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عرض تقديمي حول المشروع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مقدمة عن المشروع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/>
              <a:t>يهدف مشروع</a:t>
            </a:r>
            <a:r>
              <a:rPr lang="ar-SA" dirty="0">
                <a:cs typeface="Calibri"/>
              </a:rPr>
              <a:t> واير</a:t>
            </a:r>
            <a:r>
              <a:rPr dirty="0"/>
              <a:t> </a:t>
            </a:r>
            <a:r>
              <a:rPr lang="ar-SA" dirty="0">
                <a:cs typeface="Calibri"/>
              </a:rPr>
              <a:t>شارك </a:t>
            </a:r>
            <a:r>
              <a:rPr dirty="0"/>
              <a:t>إلى تطوير جدار ناري لحماية الشبكات من الهجمات الإلكترونية، وذلك من خلال تقنيات متقدمة في تحليل البيانات واكتشاف التهديدات</a:t>
            </a:r>
            <a:r>
              <a:rPr lang="ar-SA" dirty="0">
                <a:cs typeface="Calibri"/>
              </a:rPr>
              <a:t> لمراقبة الشبكة بـ"الحركة الشبكية".</a:t>
            </a:r>
            <a:endParaRPr lang="ar-SA" dirty="0"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مكونات المشروع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dirty="0"/>
              <a:t>واجهة مستخدم تعرض المعلومات والتقارير.</a:t>
            </a:r>
            <a:endParaRPr lang="ar-SA">
              <a:ea typeface="Calibri"/>
            </a:endParaRPr>
          </a:p>
          <a:p>
            <a:pPr marL="514350" indent="-514350">
              <a:buAutoNum type="arabicPeriod"/>
            </a:pPr>
            <a:r>
              <a:rPr lang="ar-SA" err="1">
                <a:cs typeface="Arial"/>
              </a:rPr>
              <a:t>سيرفر</a:t>
            </a:r>
            <a:r>
              <a:rPr dirty="0"/>
              <a:t> </a:t>
            </a:r>
            <a:r>
              <a:rPr err="1"/>
              <a:t>يعتمد</a:t>
            </a:r>
            <a:r>
              <a:rPr dirty="0"/>
              <a:t> </a:t>
            </a:r>
            <a:r>
              <a:rPr err="1"/>
              <a:t>على</a:t>
            </a:r>
            <a:r>
              <a:rPr lang="ar-SA" dirty="0">
                <a:cs typeface="Calibri"/>
              </a:rPr>
              <a:t> </a:t>
            </a:r>
            <a:r>
              <a:rPr lang="ar-SA" err="1">
                <a:cs typeface="Calibri"/>
              </a:rPr>
              <a:t>نود.جي</a:t>
            </a:r>
            <a:r>
              <a:rPr lang="ar-SA" dirty="0">
                <a:cs typeface="Calibri"/>
              </a:rPr>
              <a:t> اس</a:t>
            </a:r>
            <a:r>
              <a:rPr dirty="0"/>
              <a:t> </a:t>
            </a:r>
            <a:r>
              <a:rPr err="1"/>
              <a:t>لمعالجة</a:t>
            </a:r>
            <a:r>
              <a:rPr dirty="0"/>
              <a:t> </a:t>
            </a:r>
            <a:r>
              <a:rPr err="1"/>
              <a:t>البيانات</a:t>
            </a:r>
            <a:r>
              <a:rPr dirty="0"/>
              <a:t>.</a:t>
            </a:r>
            <a:endParaRPr dirty="0">
              <a:ea typeface="Calibri"/>
              <a:cs typeface="Calibri"/>
            </a:endParaRPr>
          </a:p>
          <a:p>
            <a:pPr marL="514350" indent="-514350">
              <a:buAutoNum type="arabicPeriod"/>
            </a:pPr>
            <a:r>
              <a:rPr lang="ar-SA" dirty="0" err="1">
                <a:cs typeface="Calibri"/>
              </a:rPr>
              <a:t>خوارزمية</a:t>
            </a:r>
            <a:r>
              <a:rPr lang="ar-SA" dirty="0">
                <a:cs typeface="Calibri"/>
              </a:rPr>
              <a:t> تحليل</a:t>
            </a:r>
            <a:r>
              <a:rPr dirty="0"/>
              <a:t> </a:t>
            </a:r>
            <a:r>
              <a:rPr err="1"/>
              <a:t>وتصفية</a:t>
            </a:r>
            <a:r>
              <a:rPr dirty="0"/>
              <a:t> </a:t>
            </a:r>
            <a:r>
              <a:rPr err="1"/>
              <a:t>حركة</a:t>
            </a:r>
            <a:r>
              <a:rPr dirty="0"/>
              <a:t> </a:t>
            </a:r>
            <a:r>
              <a:rPr err="1"/>
              <a:t>البيانات</a:t>
            </a:r>
            <a:r>
              <a:rPr dirty="0"/>
              <a:t>.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آلية عمل النظام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/>
              <a:t> </a:t>
            </a:r>
            <a:r>
              <a:rPr err="1"/>
              <a:t>استقبال</a:t>
            </a:r>
            <a:r>
              <a:rPr dirty="0"/>
              <a:t> </a:t>
            </a:r>
            <a:r>
              <a:rPr err="1"/>
              <a:t>وتحليل</a:t>
            </a:r>
            <a:r>
              <a:rPr dirty="0"/>
              <a:t> </a:t>
            </a:r>
            <a:r>
              <a:rPr err="1"/>
              <a:t>حركة</a:t>
            </a:r>
            <a:r>
              <a:rPr dirty="0"/>
              <a:t> </a:t>
            </a:r>
            <a:r>
              <a:rPr err="1"/>
              <a:t>المرور</a:t>
            </a:r>
            <a:r>
              <a:rPr dirty="0"/>
              <a:t> </a:t>
            </a:r>
            <a:r>
              <a:rPr err="1"/>
              <a:t>الشبكية</a:t>
            </a:r>
            <a:r>
              <a:rPr dirty="0"/>
              <a:t>.</a:t>
            </a:r>
            <a:endParaRPr lang="ar-SA">
              <a:ea typeface="Calibri"/>
            </a:endParaRPr>
          </a:p>
          <a:p>
            <a:r>
              <a:rPr dirty="0"/>
              <a:t> </a:t>
            </a:r>
            <a:r>
              <a:rPr err="1"/>
              <a:t>تحديد</a:t>
            </a:r>
            <a:r>
              <a:rPr dirty="0"/>
              <a:t> </a:t>
            </a:r>
            <a:r>
              <a:rPr err="1"/>
              <a:t>الأنشطة</a:t>
            </a:r>
            <a:r>
              <a:rPr dirty="0"/>
              <a:t> </a:t>
            </a:r>
            <a:r>
              <a:rPr err="1"/>
              <a:t>المشبوهة</a:t>
            </a:r>
            <a:r>
              <a:rPr dirty="0"/>
              <a:t> </a:t>
            </a:r>
            <a:r>
              <a:rPr err="1"/>
              <a:t>وتصنيفها</a:t>
            </a:r>
            <a:r>
              <a:rPr dirty="0"/>
              <a:t>.</a:t>
            </a:r>
            <a:endParaRPr dirty="0">
              <a:ea typeface="Calibri"/>
              <a:cs typeface="Calibri"/>
            </a:endParaRPr>
          </a:p>
          <a:p>
            <a:r>
              <a:rPr dirty="0"/>
              <a:t> </a:t>
            </a:r>
            <a:r>
              <a:rPr err="1"/>
              <a:t>اتخاذ</a:t>
            </a:r>
            <a:r>
              <a:rPr dirty="0"/>
              <a:t> </a:t>
            </a:r>
            <a:r>
              <a:rPr err="1"/>
              <a:t>إجراءات</a:t>
            </a:r>
            <a:r>
              <a:rPr dirty="0"/>
              <a:t> </a:t>
            </a:r>
            <a:r>
              <a:rPr err="1"/>
              <a:t>لحظر</a:t>
            </a:r>
            <a:r>
              <a:rPr dirty="0"/>
              <a:t> </a:t>
            </a:r>
            <a:r>
              <a:rPr err="1"/>
              <a:t>التهديدات</a:t>
            </a:r>
            <a:r>
              <a:rPr dirty="0"/>
              <a:t> </a:t>
            </a:r>
            <a:r>
              <a:rPr err="1"/>
              <a:t>المحتملة</a:t>
            </a:r>
            <a:r>
              <a:rPr dirty="0"/>
              <a:t>.</a:t>
            </a:r>
            <a:endParaRPr dirty="0">
              <a:ea typeface="Calibri"/>
              <a:cs typeface="Calibri"/>
            </a:endParaRPr>
          </a:p>
          <a:p>
            <a:r>
              <a:rPr lang="ar-SA" dirty="0">
                <a:cs typeface="Arial"/>
              </a:rPr>
              <a:t>تقديم تقارير</a:t>
            </a:r>
            <a:r>
              <a:rPr dirty="0"/>
              <a:t> </a:t>
            </a:r>
            <a:r>
              <a:rPr dirty="0" err="1"/>
              <a:t>للمستخدم</a:t>
            </a:r>
            <a:r>
              <a:rPr dirty="0"/>
              <a:t> </a:t>
            </a:r>
            <a:r>
              <a:rPr dirty="0" err="1"/>
              <a:t>حول</a:t>
            </a:r>
            <a:r>
              <a:rPr dirty="0"/>
              <a:t> </a:t>
            </a:r>
            <a:r>
              <a:rPr dirty="0" err="1"/>
              <a:t>الأحداث</a:t>
            </a:r>
            <a:r>
              <a:rPr dirty="0"/>
              <a:t> </a:t>
            </a:r>
            <a:r>
              <a:rPr dirty="0" err="1"/>
              <a:t>الأمنية</a:t>
            </a:r>
            <a:r>
              <a:rPr dirty="0"/>
              <a:t>.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المزايا والخصائص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/>
              <a:t> </a:t>
            </a:r>
            <a:r>
              <a:rPr dirty="0" err="1"/>
              <a:t>حماية</a:t>
            </a:r>
            <a:r>
              <a:rPr dirty="0"/>
              <a:t> </a:t>
            </a:r>
            <a:r>
              <a:rPr dirty="0" err="1"/>
              <a:t>متقدمة</a:t>
            </a:r>
            <a:r>
              <a:rPr dirty="0"/>
              <a:t> </a:t>
            </a:r>
            <a:r>
              <a:rPr dirty="0" err="1"/>
              <a:t>من</a:t>
            </a:r>
            <a:r>
              <a:rPr dirty="0"/>
              <a:t> </a:t>
            </a:r>
            <a:r>
              <a:rPr dirty="0" err="1"/>
              <a:t>الهجمات</a:t>
            </a:r>
            <a:r>
              <a:rPr dirty="0"/>
              <a:t> </a:t>
            </a:r>
            <a:r>
              <a:rPr dirty="0" err="1"/>
              <a:t>الإلكترونية</a:t>
            </a:r>
            <a:r>
              <a:rPr dirty="0"/>
              <a:t>.</a:t>
            </a:r>
          </a:p>
          <a:p>
            <a:r>
              <a:rPr dirty="0"/>
              <a:t> </a:t>
            </a:r>
            <a:r>
              <a:rPr err="1"/>
              <a:t>سهولة</a:t>
            </a:r>
            <a:r>
              <a:rPr dirty="0"/>
              <a:t> </a:t>
            </a:r>
            <a:r>
              <a:rPr err="1"/>
              <a:t>التكامل</a:t>
            </a:r>
            <a:r>
              <a:rPr dirty="0"/>
              <a:t> </a:t>
            </a:r>
            <a:r>
              <a:rPr err="1"/>
              <a:t>مع</a:t>
            </a:r>
            <a:r>
              <a:rPr dirty="0"/>
              <a:t> </a:t>
            </a:r>
            <a:r>
              <a:rPr err="1"/>
              <a:t>الأنظمة</a:t>
            </a:r>
            <a:r>
              <a:rPr dirty="0"/>
              <a:t> </a:t>
            </a:r>
            <a:r>
              <a:rPr err="1"/>
              <a:t>المختلفة</a:t>
            </a:r>
            <a:r>
              <a:rPr dirty="0"/>
              <a:t>.</a:t>
            </a:r>
            <a:endParaRPr dirty="0">
              <a:ea typeface="Calibri"/>
              <a:cs typeface="Calibri"/>
            </a:endParaRPr>
          </a:p>
          <a:p>
            <a:r>
              <a:rPr lang="ar-SA" dirty="0" err="1">
                <a:cs typeface="Calibri"/>
              </a:rPr>
              <a:t>تقارير</a:t>
            </a:r>
            <a:r>
              <a:rPr dirty="0"/>
              <a:t> </a:t>
            </a:r>
            <a:r>
              <a:rPr dirty="0" err="1"/>
              <a:t>وتحليلات</a:t>
            </a:r>
            <a:r>
              <a:rPr dirty="0"/>
              <a:t> </a:t>
            </a:r>
            <a:r>
              <a:rPr dirty="0" err="1"/>
              <a:t>تفصيلية</a:t>
            </a:r>
            <a:r>
              <a:rPr dirty="0"/>
              <a:t> </a:t>
            </a:r>
            <a:r>
              <a:rPr dirty="0" err="1"/>
              <a:t>حول</a:t>
            </a:r>
            <a:r>
              <a:rPr dirty="0"/>
              <a:t> </a:t>
            </a:r>
            <a:r>
              <a:rPr dirty="0" err="1"/>
              <a:t>النشاط</a:t>
            </a:r>
            <a:r>
              <a:rPr dirty="0"/>
              <a:t> </a:t>
            </a:r>
            <a:r>
              <a:rPr dirty="0" err="1"/>
              <a:t>الشبكي</a:t>
            </a:r>
            <a:r>
              <a:rPr dirty="0"/>
              <a:t>.</a:t>
            </a:r>
            <a:endParaRPr dirty="0">
              <a:ea typeface="Calibri"/>
              <a:cs typeface="Calibri"/>
            </a:endParaRPr>
          </a:p>
          <a:p>
            <a:r>
              <a:rPr dirty="0"/>
              <a:t> </a:t>
            </a:r>
            <a:r>
              <a:rPr dirty="0" err="1"/>
              <a:t>أداء</a:t>
            </a:r>
            <a:r>
              <a:rPr dirty="0"/>
              <a:t> </a:t>
            </a:r>
            <a:r>
              <a:rPr dirty="0" err="1"/>
              <a:t>عالٍ</a:t>
            </a:r>
            <a:r>
              <a:rPr dirty="0"/>
              <a:t> </a:t>
            </a:r>
            <a:r>
              <a:rPr dirty="0" err="1"/>
              <a:t>بفضل</a:t>
            </a:r>
            <a:r>
              <a:rPr dirty="0"/>
              <a:t> </a:t>
            </a:r>
            <a:r>
              <a:rPr dirty="0" err="1"/>
              <a:t>التقنيات</a:t>
            </a:r>
            <a:r>
              <a:rPr dirty="0"/>
              <a:t> </a:t>
            </a:r>
            <a:r>
              <a:rPr dirty="0" err="1"/>
              <a:t>الحديثة</a:t>
            </a:r>
            <a:r>
              <a:rPr dirty="0"/>
              <a:t>.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الخاتمة والتوصيات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 err="1"/>
              <a:t>يعد</a:t>
            </a:r>
            <a:r>
              <a:rPr lang="ar-SA" dirty="0">
                <a:cs typeface="Calibri"/>
              </a:rPr>
              <a:t> </a:t>
            </a:r>
            <a:r>
              <a:rPr lang="af-ZA" dirty="0" err="1"/>
              <a:t>مشروع</a:t>
            </a:r>
            <a:r>
              <a:rPr lang="af-ZA" dirty="0"/>
              <a:t> </a:t>
            </a:r>
            <a:r>
              <a:rPr lang="ar-SA" dirty="0">
                <a:cs typeface="Calibri"/>
              </a:rPr>
              <a:t>أداة واير</a:t>
            </a:r>
            <a:r>
              <a:rPr dirty="0"/>
              <a:t> </a:t>
            </a:r>
            <a:r>
              <a:rPr lang="ar-SA" dirty="0" err="1">
                <a:cs typeface="Calibri"/>
              </a:rPr>
              <a:t>شارك</a:t>
            </a:r>
            <a:r>
              <a:rPr lang="ar-SA" dirty="0">
                <a:cs typeface="Calibri"/>
              </a:rPr>
              <a:t> </a:t>
            </a:r>
            <a:r>
              <a:rPr dirty="0" err="1"/>
              <a:t>خطوة</a:t>
            </a:r>
            <a:r>
              <a:rPr dirty="0"/>
              <a:t> </a:t>
            </a:r>
            <a:r>
              <a:rPr dirty="0" err="1"/>
              <a:t>مهمة</a:t>
            </a:r>
            <a:r>
              <a:rPr dirty="0"/>
              <a:t> </a:t>
            </a:r>
            <a:r>
              <a:rPr dirty="0" err="1"/>
              <a:t>في</a:t>
            </a:r>
            <a:r>
              <a:rPr dirty="0"/>
              <a:t> </a:t>
            </a:r>
            <a:r>
              <a:rPr dirty="0" err="1"/>
              <a:t>تعزيز</a:t>
            </a:r>
            <a:r>
              <a:rPr dirty="0"/>
              <a:t> </a:t>
            </a:r>
            <a:r>
              <a:rPr dirty="0" err="1"/>
              <a:t>أمن</a:t>
            </a:r>
            <a:r>
              <a:rPr dirty="0"/>
              <a:t> </a:t>
            </a:r>
            <a:r>
              <a:rPr dirty="0" err="1"/>
              <a:t>الشبكات</a:t>
            </a:r>
            <a:r>
              <a:rPr dirty="0"/>
              <a:t> </a:t>
            </a:r>
            <a:r>
              <a:rPr dirty="0" err="1"/>
              <a:t>وحماية</a:t>
            </a:r>
            <a:r>
              <a:rPr dirty="0"/>
              <a:t> </a:t>
            </a:r>
            <a:r>
              <a:rPr dirty="0" err="1"/>
              <a:t>البيانات</a:t>
            </a:r>
            <a:r>
              <a:rPr dirty="0"/>
              <a:t>.</a:t>
            </a:r>
          </a:p>
          <a:p>
            <a:r>
              <a:rPr dirty="0" err="1"/>
              <a:t>يوصى</a:t>
            </a:r>
            <a:r>
              <a:rPr dirty="0"/>
              <a:t> </a:t>
            </a:r>
            <a:r>
              <a:rPr dirty="0" err="1"/>
              <a:t>بتطوير</a:t>
            </a:r>
            <a:r>
              <a:rPr dirty="0"/>
              <a:t> </a:t>
            </a:r>
            <a:r>
              <a:rPr dirty="0" err="1"/>
              <a:t>المشروع</a:t>
            </a:r>
            <a:r>
              <a:rPr dirty="0"/>
              <a:t> </a:t>
            </a:r>
            <a:r>
              <a:rPr dirty="0" err="1"/>
              <a:t>باستمرار</a:t>
            </a:r>
            <a:r>
              <a:rPr dirty="0"/>
              <a:t> </a:t>
            </a:r>
            <a:r>
              <a:rPr dirty="0" err="1"/>
              <a:t>لمواكبة</a:t>
            </a:r>
            <a:r>
              <a:rPr dirty="0"/>
              <a:t> </a:t>
            </a:r>
            <a:r>
              <a:rPr dirty="0" err="1"/>
              <a:t>التهديدات</a:t>
            </a:r>
            <a:r>
              <a:rPr dirty="0"/>
              <a:t> </a:t>
            </a:r>
            <a:r>
              <a:rPr dirty="0" err="1"/>
              <a:t>الجديدة</a:t>
            </a:r>
            <a:r>
              <a:rPr dirty="0"/>
              <a:t>.</a:t>
            </a:r>
            <a:endParaRPr dirty="0">
              <a:ea typeface="Calibri"/>
              <a:cs typeface="Calibri"/>
            </a:endParaRPr>
          </a:p>
          <a:p>
            <a:r>
              <a:rPr dirty="0" err="1"/>
              <a:t>يمكن</a:t>
            </a:r>
            <a:r>
              <a:rPr dirty="0"/>
              <a:t> </a:t>
            </a:r>
            <a:r>
              <a:rPr dirty="0" err="1"/>
              <a:t>تحسين</a:t>
            </a:r>
            <a:r>
              <a:rPr dirty="0"/>
              <a:t> </a:t>
            </a:r>
            <a:r>
              <a:rPr dirty="0" err="1"/>
              <a:t>أداء</a:t>
            </a:r>
            <a:r>
              <a:rPr dirty="0"/>
              <a:t> </a:t>
            </a:r>
            <a:r>
              <a:rPr dirty="0" err="1"/>
              <a:t>الجدار</a:t>
            </a:r>
            <a:r>
              <a:rPr dirty="0"/>
              <a:t> </a:t>
            </a:r>
            <a:r>
              <a:rPr dirty="0" err="1"/>
              <a:t>الناري</a:t>
            </a:r>
            <a:r>
              <a:rPr dirty="0"/>
              <a:t> </a:t>
            </a:r>
            <a:r>
              <a:rPr dirty="0" err="1"/>
              <a:t>عبر</a:t>
            </a:r>
            <a:r>
              <a:rPr dirty="0"/>
              <a:t> </a:t>
            </a:r>
            <a:r>
              <a:rPr dirty="0" err="1"/>
              <a:t>الذكاء</a:t>
            </a:r>
            <a:r>
              <a:rPr dirty="0"/>
              <a:t> </a:t>
            </a:r>
            <a:r>
              <a:rPr dirty="0" err="1"/>
              <a:t>الاصطناعي</a:t>
            </a:r>
            <a:r>
              <a:rPr dirty="0"/>
              <a:t> </a:t>
            </a:r>
            <a:r>
              <a:rPr dirty="0" err="1"/>
              <a:t>والتعلم</a:t>
            </a:r>
            <a:r>
              <a:rPr dirty="0"/>
              <a:t> </a:t>
            </a:r>
            <a:r>
              <a:rPr dirty="0" err="1"/>
              <a:t>الآلي</a:t>
            </a:r>
            <a:r>
              <a:rPr dirty="0"/>
              <a:t>.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عرض على الشاشة (4:3)</PresentationFormat>
  <Paragraphs>0</Paragraphs>
  <Slides>6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6</vt:i4>
      </vt:variant>
    </vt:vector>
  </HeadingPairs>
  <TitlesOfParts>
    <vt:vector size="7" baseType="lpstr">
      <vt:lpstr>Office Theme</vt:lpstr>
      <vt:lpstr>مشروع أداة واير شارك</vt:lpstr>
      <vt:lpstr>مقدمة عن المشروع</vt:lpstr>
      <vt:lpstr>مكونات المشروع</vt:lpstr>
      <vt:lpstr>آلية عمل النظام</vt:lpstr>
      <vt:lpstr>المزايا والخصائص</vt:lpstr>
      <vt:lpstr>الخاتمة والتوصيات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26</cp:revision>
  <dcterms:created xsi:type="dcterms:W3CDTF">2013-01-27T09:14:16Z</dcterms:created>
  <dcterms:modified xsi:type="dcterms:W3CDTF">2025-03-12T18:59:34Z</dcterms:modified>
  <cp:category/>
</cp:coreProperties>
</file>